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200"/>
                </a:solidFill>
                <a:latin typeface="Sarabun"/>
              </a:rPr>
              <a:t>บริษัท สยามมาสเตอส์คอนกรีต จำกัด  ·  SICON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Sarabun"/>
              </a:rPr>
              <a:t>ConcreteLab</a:t>
            </a:r>
            <a:endParaRPr sz="7200" b="1" dirty="0">
              <a:solidFill>
                <a:srgbClr val="FFFFFF"/>
              </a:solidFill>
              <a:latin typeface="Sarabu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ระบบเว็บไซต์และรับใบเสนอราคาออนไลน์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4FF"/>
                </a:solidFill>
                <a:latin typeface="Sarabun"/>
              </a:rPr>
              <a:t>สินค้าคอนกรีตอัดแรง  ·  ลูกค้า 3 กลุ่ม  ·  MVP 2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F6E"/>
                </a:solidFill>
                <a:latin typeface="Sarabun"/>
              </a:rPr>
              <a:t>Project Plan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ปัญหาที่แก้ &amp; 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Problem Statement &amp;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F6E"/>
                </a:solidFill>
                <a:latin typeface="Sarabun"/>
              </a:rPr>
              <a:t>ปัญหาปัจจุบัน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828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62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ลูกค้าต้องโทรหรือมาพบเพื่อขอใบเสนอราคา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432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27432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ไม่มีระบบ track สถานะ — ลูกค้าไม่รู้ว่า order อยู่ขั้นตอนไหน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850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เอกสารใบเสนอราคาทำมือ ใช้เวลานาน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5720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4572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ไม่มี workflow ชัดเจนจาก RFQ → ใบเสนอ → PO → จัดส่ง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188720"/>
            <a:ext cx="6126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1325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F6E"/>
                </a:solidFill>
                <a:latin typeface="Sarabun"/>
              </a:rPr>
              <a:t>เป้าหมาย (WuLab)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8288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98464" y="1828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856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ลูกค้าดูสินค้า + ส่ง RFQ ออนไลน์ได้ทันที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7432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98464" y="27432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70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Track สถานะด้วยรหัส SMC-YYYYMMDD-XXXX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6576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98464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6850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Admin สร้างใบเสนอราคา + ส่ง PDF link ให้ลูกค้า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5720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98464" y="4572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994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Kanban board ติดตาม PO → ผลิต → จัดส่ง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54864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98464" y="5486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513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ระบบรองรับลูกค้า 3 กลุ่ม พร้อมเอกสารที่ต่างกัน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สินค้า 3 ประเภท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Product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417320"/>
            <a:ext cx="128016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เสาไฟฟ้าคอนกรีตอัดแรง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Prestressed Concrete Poles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ความยาว 8–14 ม.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ราคาคงที่ตาม กฟภ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พร้อมส่งทันที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ราคาเริ่มต้น 4,000 บาท/ต้น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417320"/>
            <a:ext cx="128016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Pre-order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เสาเข็มคอนกรีตอัดแรง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Prestressed Concrete Piles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หน้าตัด 0.22–0.40 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ความยาว 6–27 ม.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ราคาต่อเมตร × ความยาว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ผลิตตามสั่ง 7–14 วัน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0100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1417320"/>
            <a:ext cx="128016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Pre-order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แผ่นพื้น Hollow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Hollow Core Slabs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ความหนา 8–30 ซม.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สั่งขั้นต่ำ 120 ตร.ม.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ราคาต่อ ตร.ม. ตามความหนา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ผลิตตามสั่ง 7–14 วัน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กลุ่มลูกค้าเป้าหมาย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3 Customer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3794760" cy="640080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👤  ทั่วไป / บุคคล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General / Individual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บุคคล, ช่างก่อสร้าง, เจ้าของบ้าน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ดูสินค้า + ราคา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ส่ง RFQ ง่ายๆ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ติดตาม status ด้วย SMC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ชื่อ-นามสกุล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เบอร์โทร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อีเมล / Line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9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39" y="1143000"/>
            <a:ext cx="379476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399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95028"/>
                </a:solidFill>
                <a:latin typeface="Sarabun"/>
              </a:rPr>
              <a:t>🏢  บริษัท / เอกชน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Private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บริษัทก่อสร้าง, ผู้รับเหมา, Developer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399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ใบเสนอราคาพร้อมภาษี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เลข Tax ID สำหรับหักภาษี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ออก PO + ติดตาม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19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79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ชื่อบริษัท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19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26279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เลขประจำตัวผู้เสียภาษี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19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26279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ที่อยู่ออกใบกำกับภาษี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8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3878" y="1143000"/>
            <a:ext cx="379476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38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83500"/>
                </a:solidFill>
                <a:latin typeface="Sarabun"/>
              </a:rPr>
              <a:t>🏛  ภาครัฐ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8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Government Agency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8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หน่วยงานราชการ, อปท., การไฟฟ้า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38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38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58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เลขที่หนังสือราชการ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8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ใบเสนอราคาตามระเบียบ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58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เอกสารครบสำหรับการจัดซื้อ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38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58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18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ชื่อหน่วยงาน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58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18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เลขประจำตัวผู้เสียภาษี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58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18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เลขที่หนังสือราชการ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System Flow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จาก RFQ ถึง จัดส่ง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" y="2194560"/>
            <a:ext cx="1463040" cy="1097280"/>
          </a:xfrm>
          <a:prstGeom prst="rect">
            <a:avLst/>
          </a:prstGeom>
          <a:solidFill>
            <a:srgbClr val="E8ED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F6E"/>
                </a:solidFill>
                <a:latin typeface="Sarabun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" y="1920240"/>
            <a:ext cx="329184" cy="329184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F6E"/>
                </a:solidFill>
                <a:latin typeface="Sarabun"/>
              </a:rPr>
              <a:t>ลูกค้าดูสินค้า
&amp; เลือก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5356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4812" y="2194560"/>
            <a:ext cx="1463040" cy="1097280"/>
          </a:xfrm>
          <a:prstGeom prst="rect">
            <a:avLst/>
          </a:prstGeom>
          <a:solidFill>
            <a:srgbClr val="E8ED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4812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F6E"/>
                </a:solidFill>
                <a:latin typeface="Sarabun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1740" y="1920240"/>
            <a:ext cx="329184" cy="329184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70532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F6E"/>
                </a:solidFill>
                <a:latin typeface="Sarabun"/>
              </a:rPr>
              <a:t>กรอกฟอร์ม RFQ
ตามประเภทลูกค้า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4428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3884" y="2194560"/>
            <a:ext cx="14630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3884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0812" y="1920240"/>
            <a:ext cx="329184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9604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Sarabun"/>
              </a:rPr>
              <a:t>ได้รหัส SMC
ใช้ track สถานะ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500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62956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62956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9884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8676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Admin สร้าง
ใบเสนอราคา (QT)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2572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2028" y="2194560"/>
            <a:ext cx="14630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2028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48956" y="1920240"/>
            <a:ext cx="329184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27748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Sarabun"/>
              </a:rPr>
              <a:t>ลูกค้าดู QT
&amp; ส่ง 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1644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01100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0110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8028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4682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Admin บันทึก PO
&amp; เริ่มผลิต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0716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20172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20172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87100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65892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Kanban:
ผลิต → จัดส่ง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977640"/>
            <a:ext cx="11704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👤 ลูกค้า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0690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ดูสินค้า / กรอก RFQ / track SMC / ดูใบเสนอ / ส่ง PO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709160"/>
            <a:ext cx="11704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arabun"/>
              </a:rPr>
              <a:t>⚙ Admin (ทีมงาน)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80060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รับ RFQ / สร้างใบเสนอ / บันทึก PO / อัพสถานะ Kanban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Sprint 1 — Customer Flow &amp; Basic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รวม 13 Story Points  ·  4 User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94360" cy="50292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463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261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ดูรายการสินค้า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ในฐานะลูกค้า ฉันต้องการดูรายการสินค้าคอนกรีตอัดแรงพร้อมสเปคและราคา เพื่อเลือกสินค้าที่ต้องการก่อนส่งคำขอ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280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5361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แสดงสินค้าครบ 3 ประเภท + badge preorder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7922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แสดง spec, ตารางราคา, ปุ่มขอใบเสนอ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048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filter ตาม category/type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368296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642616"/>
            <a:ext cx="594360" cy="50292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64261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กรอกฟอร์ม RFQ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71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ในฐานะลูกค้า ฉันต้องการกรอกแบบฟอร์มขอใบเสนอราคาออนไลน์ตามประเภทลูกค้า (ทั่วไป/เอกชน/ภาครัฐ) เพื่อให้ทีมงานรับทราบ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88336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4597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715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แบ่ง 3 tab ตามประเภทลูกค้า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เพิ่มสินค้าหลายรายการได้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278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Generate รหัส SMC-YYYYMMDD-XXXX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547872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822192"/>
            <a:ext cx="594360" cy="50292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382219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6210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ติดตามสถานะ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0507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ในฐานะลูกค้า ฉันต้องการติดตามสถานะคำขอด้วยรหัส SMC เพื่อทราบว่าทีมงานดำเนินการถึงขั้นตอนใดแล้ว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67912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86791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2 SP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8953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กรอก SMC code เดียวติดตามได้ตลอด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1513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แสดง 3 stage: กำลังจัดทำ / รอ PO / มี 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4074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แสดง 4-step timeline เมื่อมี 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727448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001768"/>
            <a:ext cx="594360" cy="50292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5001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Admin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2303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 Admin ฉันต้องการ login และดูรายการ RFQ พร้อม filter สถานะ เพื่อจัดการและติดตามคำขอของลูกค้า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047488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04748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818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749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Login ด้วย username/password + JWT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3309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ดูรายการ RFQ เรียงตามวันล่าสุด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5869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Filter: ทั้งหมด/ใหม่/กำลังดำเนินการ/เสร็จ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Sprint 2 — Quotation &amp; Order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รวม 16 Story Points  ·  4 User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9436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463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261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สร้างใบเสนอราคา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 Admin ฉันต้องการสร้างใบเสนอราคา กำหนดราคา และส่ง link พร้อมดาวน์โหลด PDF ได้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280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5361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กรอกราคา → คำนวณ subtotal + VAT 7% +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7922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Generate QT-YYYYMMDD-XXXX +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048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ดาวน์โหลด PDF ฟอนต์ภาษาไทย Sarabun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368296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642616"/>
            <a:ext cx="59436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64261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ลูกค้าดูใบเสนอราคา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71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ในฐานะลูกค้า ฉันต้องการเปิดดูใบเสนอราคาผ่าน link และทราบว่าทีมงานได้รับ PO ของฉันแล้วหรือยัง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88336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4597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715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เปิด /quotation?ref=QT-... เห็นราคา VAT รวม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สถานะ รอรับ PO (เหลือง) / ได้รับ PO (เขียว)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278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ดาวน์โหลด PDF + โทรหาทีมงาน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547872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822192"/>
            <a:ext cx="59436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382219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6210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บันทึก 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0507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 Admin ฉันต้องการบันทึกการรับ PO จากลูกค้าพร้อมแนบไฟล์ และระบบ generate รหัส PO อัตโนมัติ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67912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86791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8953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กรอกเลข PO + แนบไฟล์ PDF/JPG/PNG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1513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Generate PO-YYYYMMDD-XXXX อัตโนมัติ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4074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Redirect ไปหน้า Kanban หลังบันทึก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727448"/>
            <a:ext cx="11704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001768"/>
            <a:ext cx="59436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50017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Kanban 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2303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80"/>
                </a:solidFill>
                <a:latin typeface="Sarabun"/>
              </a:rPr>
              <a:t>ในฐานะ Admin ฉันต้องการดูและอัปเดตสถานะคำสั่งซื้อในรูปแบบ Kanban board เพื่อจัดการผลิต/จัดส่ง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047488"/>
            <a:ext cx="777240" cy="3657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04748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818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749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4 column: ได้รับ PO / กำลังผลิต / กำลังจัดส่ง / จัดส่งแล้ว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3309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ย้าย card ระหว่าง column ได้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5869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Sarabun"/>
              </a:rPr>
              <a:t>✓ Card แสดงชื่อลูกค้า มูลค่า วันที่รับ 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Tech Stack &amp; สรุป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Sprint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4892040" cy="36576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arabun"/>
              </a:rPr>
              <a:t>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arabun"/>
              </a:rPr>
              <a:t>ชื่อ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arabun"/>
              </a:rPr>
              <a:t>User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arabun"/>
              </a:rPr>
              <a:t>Story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48840"/>
            <a:ext cx="4892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194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Sprint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Customer Flow &amp; Basic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94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4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13 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4892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697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Sprint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Quotation &amp; Order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697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4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6974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Sarabun"/>
              </a:rPr>
              <a:t>16 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54680"/>
            <a:ext cx="4892040" cy="475488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รวม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3200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8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2004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29 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7490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Features ที่ implement แล้ว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1148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Product catalog + filter 3 ประเภท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622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RFQ form 3 tab + SMC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097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Admin dashboard + Kanban 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15721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Quotation PDF ฟอนต์ภาษาไทย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50468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PO management + status 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1143000"/>
            <a:ext cx="6400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Tech Stack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17830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7784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1801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Next.js 16.2.4  (App Router + Turbopack)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2402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Language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2585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TypeScript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6974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Styling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7157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Tailwind CSS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1546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7784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1729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Prisma 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6118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7784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6301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SQLite (dev) → PostgreSQL (prod)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40690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784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Auth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087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bcryptjs + JWT (httpOnly cookie)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5262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778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PDF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45445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@react-pdf/renderer  ฟอนต์ Sarabun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49834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7784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Email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50017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Resend (Admin alert + Customer confirm)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54406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577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Deploy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4589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1170</Words>
  <Application>Microsoft Office PowerPoint</Application>
  <PresentationFormat>Custom</PresentationFormat>
  <Paragraphs>232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Sarabun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Suntonrapot Khunchit</cp:lastModifiedBy>
  <cp:revision>2</cp:revision>
  <dcterms:created xsi:type="dcterms:W3CDTF">2013-01-27T09:14:16Z</dcterms:created>
  <dcterms:modified xsi:type="dcterms:W3CDTF">2026-05-03T08:10:44Z</dcterms:modified>
  <cp:category/>
</cp:coreProperties>
</file>